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embeddedFontLst>
    <p:embeddedFont>
      <p:font typeface="Unbounded"/>
      <p:regular r:id="rId10"/>
    </p:embeddedFont>
    <p:embeddedFont>
      <p:font typeface="Unbounded"/>
      <p:regular r:id="rId11"/>
    </p:embeddedFont>
    <p:embeddedFont>
      <p:font typeface="Open Sans"/>
      <p:regular r:id="rId12"/>
    </p:embeddedFont>
    <p:embeddedFont>
      <p:font typeface="Open Sans"/>
      <p:regular r:id="rId13"/>
    </p:embeddedFont>
    <p:embeddedFont>
      <p:font typeface="Open Sans"/>
      <p:regular r:id="rId14"/>
    </p:embeddedFont>
    <p:embeddedFont>
      <p:font typeface="Open Sans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31528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Analisis Studi Kasus: Git Merge Conflict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07300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Sri dan Bobby — anggota tim yang sama — secara bersamaan mengedit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baris yang sama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 file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pada branch masing-masing. Sri menambahkan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search-product-3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Bobby menambahkan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search-product-4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Ketika salah satu branch di-merge ke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Git tidak dapat memilih versi yang benar secara otomatis — inilah yang memicu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merge conflict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30436" y="4416862"/>
            <a:ext cx="6571417" cy="2497455"/>
          </a:xfrm>
          <a:prstGeom prst="roundRect">
            <a:avLst>
              <a:gd name="adj" fmla="val 6539"/>
            </a:avLst>
          </a:prstGeom>
          <a:solidFill>
            <a:srgbClr val="26A688"/>
          </a:solidFill>
          <a:ln/>
        </p:spPr>
      </p:sp>
      <p:sp>
        <p:nvSpPr>
          <p:cNvPr id="7" name="Text 4"/>
          <p:cNvSpPr/>
          <p:nvPr/>
        </p:nvSpPr>
        <p:spPr>
          <a:xfrm>
            <a:off x="857250" y="4643676"/>
            <a:ext cx="34151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Posisiku dalam Tim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7250" y="5224820"/>
            <a:ext cx="611778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Sebagai anggota tim yang sama, aku ikut bertanggung jawab memahami, menganalisis, dan menyelesaikan konflik ini bersama Sri dan Bobby.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599521" y="4643676"/>
            <a:ext cx="35418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Akar Permasalahan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599521" y="5224820"/>
            <a:ext cx="624470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Dua developer mengedit baris yang sama secara bersamaan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Tidak ada komunikasi sebelum memulai coding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tidak bisa memilih versi mana yang valid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2866" y="1146215"/>
            <a:ext cx="10684669" cy="96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Step-by-Step: Cara Menyelesaikan Merge Conflict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972866" y="2325052"/>
            <a:ext cx="10684669" cy="208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Berikut adalah alur lengkap resolusi konflik dari identifikasi hingga verifikasi akhir.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972866" y="2652355"/>
            <a:ext cx="10684669" cy="4431030"/>
          </a:xfrm>
          <a:prstGeom prst="roundRect">
            <a:avLst>
              <a:gd name="adj" fmla="val 14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0486" y="2659975"/>
            <a:ext cx="2667357" cy="2661761"/>
          </a:xfrm>
          <a:prstGeom prst="roundRect">
            <a:avLst>
              <a:gd name="adj" fmla="val 2443"/>
            </a:avLst>
          </a:prstGeom>
          <a:solidFill>
            <a:srgbClr val="D6F5EE"/>
          </a:solidFill>
          <a:ln/>
        </p:spPr>
      </p:sp>
      <p:sp>
        <p:nvSpPr>
          <p:cNvPr id="6" name="Text 4"/>
          <p:cNvSpPr/>
          <p:nvPr/>
        </p:nvSpPr>
        <p:spPr>
          <a:xfrm>
            <a:off x="2135267" y="2814757"/>
            <a:ext cx="2357795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1 — Identifikasi konflik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35267" y="3361968"/>
            <a:ext cx="2357795" cy="107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 akan menampilkan pesan error saat merge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File yang bermasalah akan ditandai dengan conflict marker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47843" y="2659975"/>
            <a:ext cx="2667357" cy="2661761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9" name="Shape 7"/>
          <p:cNvSpPr/>
          <p:nvPr/>
        </p:nvSpPr>
        <p:spPr>
          <a:xfrm>
            <a:off x="4647843" y="2659975"/>
            <a:ext cx="22860" cy="2661761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10" name="Text 8"/>
          <p:cNvSpPr/>
          <p:nvPr/>
        </p:nvSpPr>
        <p:spPr>
          <a:xfrm>
            <a:off x="4802624" y="2814757"/>
            <a:ext cx="23577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2 — Buka file &amp; baca conflict marker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2624" y="3603903"/>
            <a:ext cx="2357795" cy="1324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Buka file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Cari dan baca conflict marker: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Pahami kedua versi yang bertentangan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2659975"/>
            <a:ext cx="2667238" cy="2661761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2659975"/>
            <a:ext cx="22860" cy="2661761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14" name="Text 12"/>
          <p:cNvSpPr/>
          <p:nvPr/>
        </p:nvSpPr>
        <p:spPr>
          <a:xfrm>
            <a:off x="7469981" y="2814757"/>
            <a:ext cx="23576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3 — Diskusi tim untuk menentukan solusi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69981" y="3603903"/>
            <a:ext cx="2357676" cy="1324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Hubungi Sri dan Bobby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Diskusikan mana versi yang lebih baik atau apakah perlu digabung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Sepakati solusi bersama sebelum melanjutkan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82438" y="2659975"/>
            <a:ext cx="2667476" cy="2661761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7" name="Shape 15"/>
          <p:cNvSpPr/>
          <p:nvPr/>
        </p:nvSpPr>
        <p:spPr>
          <a:xfrm>
            <a:off x="9982438" y="2659975"/>
            <a:ext cx="22860" cy="2661761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18" name="Text 16"/>
          <p:cNvSpPr/>
          <p:nvPr/>
        </p:nvSpPr>
        <p:spPr>
          <a:xfrm>
            <a:off x="10137219" y="2814757"/>
            <a:ext cx="2357914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4 — Pilih resolusi yang tepat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137219" y="3361968"/>
            <a:ext cx="2357914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 3 opsi resolusi yang bisa dipilih: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37219" y="3842266"/>
            <a:ext cx="2357914" cy="1324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Pilih versi Sri saja: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search-product-3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Pilih versi Bobby saja: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search-product-4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Gabungkan keduanya: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product-3 + product-4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80486" y="5321737"/>
            <a:ext cx="3556397" cy="1754029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980486" y="5321737"/>
            <a:ext cx="3556397" cy="22860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23" name="Text 21"/>
          <p:cNvSpPr/>
          <p:nvPr/>
        </p:nvSpPr>
        <p:spPr>
          <a:xfrm>
            <a:off x="2135267" y="5476518"/>
            <a:ext cx="3246834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5 — Edit file, hapus conflict marker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135267" y="6023729"/>
            <a:ext cx="3246834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Hapus semua marker: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dan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35267" y="6504027"/>
            <a:ext cx="3246834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Sisakan hanya kode yang sudah disepakati bersama tim.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36883" y="5321737"/>
            <a:ext cx="3556516" cy="1754029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27" name="Shape 25"/>
          <p:cNvSpPr/>
          <p:nvPr/>
        </p:nvSpPr>
        <p:spPr>
          <a:xfrm>
            <a:off x="5536883" y="5321737"/>
            <a:ext cx="22860" cy="1754029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28" name="Shape 26"/>
          <p:cNvSpPr/>
          <p:nvPr/>
        </p:nvSpPr>
        <p:spPr>
          <a:xfrm>
            <a:off x="5536883" y="5321737"/>
            <a:ext cx="3556516" cy="22860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29" name="Text 27"/>
          <p:cNvSpPr/>
          <p:nvPr/>
        </p:nvSpPr>
        <p:spPr>
          <a:xfrm>
            <a:off x="5691664" y="5476518"/>
            <a:ext cx="3246953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6 — Commit hasil resolusi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91664" y="6023729"/>
            <a:ext cx="3246953" cy="662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index.html</a:t>
            </a:r>
            <a:endParaRPr lang="en-US" sz="12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"resolve: conflict input field search product"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93398" y="5321737"/>
            <a:ext cx="3556516" cy="1754029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2" name="Shape 30"/>
          <p:cNvSpPr/>
          <p:nvPr/>
        </p:nvSpPr>
        <p:spPr>
          <a:xfrm>
            <a:off x="9093398" y="5321737"/>
            <a:ext cx="22860" cy="1754029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33" name="Shape 31"/>
          <p:cNvSpPr/>
          <p:nvPr/>
        </p:nvSpPr>
        <p:spPr>
          <a:xfrm>
            <a:off x="9093398" y="5321737"/>
            <a:ext cx="3556516" cy="22860"/>
          </a:xfrm>
          <a:prstGeom prst="roundRect">
            <a:avLst>
              <a:gd name="adj" fmla="val 284503"/>
            </a:avLst>
          </a:prstGeom>
          <a:solidFill>
            <a:srgbClr val="BCDBD4"/>
          </a:solidFill>
          <a:ln/>
        </p:spPr>
      </p:sp>
      <p:sp>
        <p:nvSpPr>
          <p:cNvPr id="34" name="Text 32"/>
          <p:cNvSpPr/>
          <p:nvPr/>
        </p:nvSpPr>
        <p:spPr>
          <a:xfrm>
            <a:off x="9248180" y="5476518"/>
            <a:ext cx="2863096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Step 7 — Verifikasi hasil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248180" y="5781794"/>
            <a:ext cx="3246953" cy="416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Cek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log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dan pastikan tidak ada conflict marker tersisa di 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561" y="904637"/>
            <a:ext cx="7837765" cy="60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Solusi &amp; Pelajaran Penting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5561" y="1918335"/>
            <a:ext cx="2706053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Solusi yang Dipilih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75561" y="2384108"/>
            <a:ext cx="640413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Gabungkan kedua perubahan (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Accept Both Changes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sehingga kedua input field tersedia: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5561" y="3140393"/>
            <a:ext cx="6404134" cy="957501"/>
          </a:xfrm>
          <a:prstGeom prst="roundRect">
            <a:avLst>
              <a:gd name="adj" fmla="val 8468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665917" y="3140393"/>
            <a:ext cx="6423422" cy="957501"/>
          </a:xfrm>
          <a:prstGeom prst="roundRect">
            <a:avLst>
              <a:gd name="adj" fmla="val 3024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907137" y="3333393"/>
            <a:ext cx="594098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name="search-product-3" /&gt;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name="search-product-4" /&gt;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5561" y="4282678"/>
            <a:ext cx="6404134" cy="1028105"/>
          </a:xfrm>
          <a:prstGeom prst="roundRect">
            <a:avLst>
              <a:gd name="adj" fmla="val 7886"/>
            </a:avLst>
          </a:prstGeom>
          <a:solidFill>
            <a:srgbClr val="C1F1E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561" y="4568309"/>
            <a:ext cx="241221" cy="193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2782" y="4495086"/>
            <a:ext cx="55839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Jika hasil diskusi tim menyepakati hanya satu input yang dibutuhkan, pilih salah satu dan hapus yang lain.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58326" y="1918335"/>
            <a:ext cx="3346252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Pencegahan ke Depan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558326" y="2404705"/>
            <a:ext cx="6404134" cy="1468993"/>
          </a:xfrm>
          <a:prstGeom prst="roundRect">
            <a:avLst>
              <a:gd name="adj" fmla="val 7470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35466" y="2404705"/>
            <a:ext cx="91440" cy="1468993"/>
          </a:xfrm>
          <a:prstGeom prst="roundRect">
            <a:avLst>
              <a:gd name="adj" fmla="val 88669"/>
            </a:avLst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7842766" y="2620566"/>
            <a:ext cx="2472095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Komunikasi dulu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842766" y="3086338"/>
            <a:ext cx="59038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Koordinasikan fitur yang akan dikerjakan sebelum mulai coding agar tidak bentrok di baris yang sama.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558326" y="4037886"/>
            <a:ext cx="6404134" cy="1468993"/>
          </a:xfrm>
          <a:prstGeom prst="roundRect">
            <a:avLst>
              <a:gd name="adj" fmla="val 7470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35466" y="4037886"/>
            <a:ext cx="91440" cy="1468993"/>
          </a:xfrm>
          <a:prstGeom prst="roundRect">
            <a:avLst>
              <a:gd name="adj" fmla="val 88669"/>
            </a:avLst>
          </a:prstGeom>
          <a:solidFill>
            <a:srgbClr val="26A688"/>
          </a:solidFill>
          <a:ln/>
        </p:spPr>
      </p:sp>
      <p:sp>
        <p:nvSpPr>
          <p:cNvPr id="18" name="Text 15"/>
          <p:cNvSpPr/>
          <p:nvPr/>
        </p:nvSpPr>
        <p:spPr>
          <a:xfrm>
            <a:off x="7842766" y="4253746"/>
            <a:ext cx="2516029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Branch strategy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842766" y="4719518"/>
            <a:ext cx="59038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Terapkan naming convention dan scope branch yang jelas agar setiap developer memiliki area kerja sendiri.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558326" y="5671066"/>
            <a:ext cx="6404134" cy="1468993"/>
          </a:xfrm>
          <a:prstGeom prst="roundRect">
            <a:avLst>
              <a:gd name="adj" fmla="val 7470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35466" y="5671066"/>
            <a:ext cx="91440" cy="1468993"/>
          </a:xfrm>
          <a:prstGeom prst="roundRect">
            <a:avLst>
              <a:gd name="adj" fmla="val 88669"/>
            </a:avLst>
          </a:prstGeom>
          <a:solidFill>
            <a:srgbClr val="26A688"/>
          </a:solidFill>
          <a:ln/>
        </p:spPr>
      </p:sp>
      <p:sp>
        <p:nvSpPr>
          <p:cNvPr id="22" name="Text 19"/>
          <p:cNvSpPr/>
          <p:nvPr/>
        </p:nvSpPr>
        <p:spPr>
          <a:xfrm>
            <a:off x="7842766" y="5886926"/>
            <a:ext cx="2980134" cy="30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Pull sebelum coding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842766" y="6352699"/>
            <a:ext cx="59038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Selalu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dari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sebelum mulai mengerjakan fitur baru untuk meminimalkan konflik.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2026-03-31T14:38:28Z</dcterms:created>
  <dcterms:modified xsi:type="dcterms:W3CDTF">2026-03-31T14:38:28Z</dcterms:modified>
</cp:coreProperties>
</file>